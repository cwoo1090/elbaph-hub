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11"/>
    <p:sldId id="262" r:id="rId12"/>
    <p:sldId id="263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700"/>
  </p:normalViewPr>
  <p:slideViewPr>
    <p:cSldViewPr snapToGrid="0" snapToObjects="1">
      <p:cViewPr varScale="1">
        <p:scale>
          <a:sx n="118" d="100"/>
          <a:sy n="118" d="100"/>
        </p:scale>
        <p:origin x="552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19456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>
                <a:latin typeface="Arial"/>
              </a:rPr>
              <a:t>Elbaph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29184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latin typeface="Arial"/>
              </a:rPr>
              <a:t>두 번째 밋업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0" y="4297680"/>
            <a:ext cx="1554480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0" y="466344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latin typeface="Arial"/>
              </a:rPr>
              <a:t>2026. 03.  |  매쉬업벤처스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latin typeface="Arial"/>
              </a:rPr>
              <a:t>아젠다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10332720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22860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latin typeface="Arial"/>
              </a:rPr>
              <a:t>10:00 - 10:10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554480"/>
            <a:ext cx="7315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latin typeface="Arial"/>
              </a:rPr>
              <a:t>오프닝 &amp; 현황 공유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057400"/>
            <a:ext cx="10332720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12848"/>
            <a:ext cx="22860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latin typeface="Arial"/>
              </a:rPr>
              <a:t>10:10 - 10:25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212848"/>
            <a:ext cx="7315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latin typeface="Arial"/>
              </a:rPr>
              <a:t>발표 1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715768"/>
            <a:ext cx="10332720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71215"/>
            <a:ext cx="22860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latin typeface="Arial"/>
              </a:rPr>
              <a:t>10:25 - 10:40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871215"/>
            <a:ext cx="7315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latin typeface="Arial"/>
              </a:rPr>
              <a:t>발표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374135"/>
            <a:ext cx="10332720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529583"/>
            <a:ext cx="22860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latin typeface="Arial"/>
              </a:rPr>
              <a:t>10:40 - 10:55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529583"/>
            <a:ext cx="7315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latin typeface="Arial"/>
              </a:rPr>
              <a:t>발표 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032503"/>
            <a:ext cx="10332720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187951"/>
            <a:ext cx="22860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latin typeface="Arial"/>
              </a:rPr>
              <a:t>10:55 - 11:10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4187951"/>
            <a:ext cx="7315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latin typeface="Arial"/>
              </a:rPr>
              <a:t>발표 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4690871"/>
            <a:ext cx="10332720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846319"/>
            <a:ext cx="22860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latin typeface="Arial"/>
              </a:rPr>
              <a:t>11:10 - 11:25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846319"/>
            <a:ext cx="7315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latin typeface="Arial"/>
              </a:rPr>
              <a:t>발표 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5349239"/>
            <a:ext cx="10332720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504687"/>
            <a:ext cx="22860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latin typeface="Arial"/>
              </a:rPr>
              <a:t>11:25 ~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5504687"/>
            <a:ext cx="7315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latin typeface="Arial"/>
              </a:rPr>
              <a:t>논의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6007607"/>
            <a:ext cx="10332720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latin typeface="Arial"/>
              </a:rPr>
              <a:t>이달에 한 일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10332720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latin typeface="Arial"/>
              </a:rPr>
              <a:t>Slack → Discord 마이그레이션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latin typeface="Arial"/>
              </a:rPr>
              <a:t>Loki 봇 유지 — /ask 커맨드로 질문 가능, 딥리서치 지원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514600"/>
            <a:ext cx="10332720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latin typeface="Arial"/>
              </a:rPr>
              <a:t>밋업 장소 확정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latin typeface="Arial"/>
              </a:rPr>
              <a:t>매쉬업벤처스 — 추후 변경 가능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611880"/>
            <a:ext cx="10332720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840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latin typeface="Arial"/>
              </a:rPr>
              <a:t>방향성 논의 회의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06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latin typeface="Arial"/>
              </a:rPr>
              <a:t>크루 방향성 및 운영 방식 전반 논의 (다음 슬라이드 참고)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709160"/>
            <a:ext cx="10332720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365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latin typeface="Arial"/>
              </a:rPr>
              <a:t>방향성 논의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latin typeface="Arial"/>
              </a:rPr>
              <a:t>방향성 논의 결과 정리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0332720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latin typeface="Arial"/>
              </a:rPr>
              <a:t>크루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latin typeface="Arial"/>
              </a:rPr>
              <a:t>자극 · 더 넓은 시야 · 네트워크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latin typeface="Arial"/>
              </a:rPr>
              <a:t>사람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475488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 err="1">
                <a:latin typeface="Arial"/>
              </a:rPr>
              <a:t>목표</a:t>
            </a:r>
            <a:r>
              <a:rPr sz="1300" b="0" dirty="0">
                <a:latin typeface="Arial"/>
              </a:rPr>
              <a:t> 15명 / </a:t>
            </a:r>
            <a:r>
              <a:rPr sz="1300" b="0" dirty="0" err="1">
                <a:latin typeface="Arial"/>
              </a:rPr>
              <a:t>다양한</a:t>
            </a:r>
            <a:r>
              <a:rPr sz="1300" b="0" dirty="0">
                <a:latin typeface="Arial"/>
              </a:rPr>
              <a:t> </a:t>
            </a:r>
            <a:r>
              <a:rPr sz="1300" b="0" dirty="0" err="1">
                <a:latin typeface="Arial"/>
              </a:rPr>
              <a:t>분야</a:t>
            </a:r>
            <a:r>
              <a:rPr sz="1300" b="0" dirty="0">
                <a:latin typeface="Arial"/>
              </a:rPr>
              <a:t> (</a:t>
            </a:r>
            <a:r>
              <a:rPr sz="1300" b="0" dirty="0" err="1">
                <a:latin typeface="Arial"/>
              </a:rPr>
              <a:t>스타트업</a:t>
            </a:r>
            <a:r>
              <a:rPr sz="1300" b="0" dirty="0">
                <a:latin typeface="Arial"/>
              </a:rPr>
              <a:t>, </a:t>
            </a:r>
            <a:r>
              <a:rPr sz="1300" b="0" dirty="0" err="1">
                <a:latin typeface="Arial"/>
              </a:rPr>
              <a:t>연구</a:t>
            </a:r>
            <a:r>
              <a:rPr sz="1300" b="0" dirty="0">
                <a:latin typeface="Arial"/>
              </a:rPr>
              <a:t> </a:t>
            </a:r>
            <a:r>
              <a:rPr sz="1300" b="0" dirty="0" err="1">
                <a:latin typeface="Arial"/>
              </a:rPr>
              <a:t>등</a:t>
            </a:r>
            <a:r>
              <a:rPr sz="1300" b="0" dirty="0">
                <a:latin typeface="Arial"/>
              </a:rPr>
              <a:t>)</a:t>
            </a:r>
          </a:p>
          <a:p>
            <a:pPr algn="l"/>
            <a:r>
              <a:rPr sz="1300" b="0" dirty="0" err="1">
                <a:latin typeface="Arial"/>
              </a:rPr>
              <a:t>새</a:t>
            </a:r>
            <a:r>
              <a:rPr sz="1300" b="0" dirty="0">
                <a:latin typeface="Arial"/>
              </a:rPr>
              <a:t> </a:t>
            </a:r>
            <a:r>
              <a:rPr sz="1300" b="0" dirty="0" err="1">
                <a:latin typeface="Arial"/>
              </a:rPr>
              <a:t>멤버</a:t>
            </a:r>
            <a:r>
              <a:rPr sz="1300" b="0" dirty="0">
                <a:latin typeface="Arial"/>
              </a:rPr>
              <a:t> </a:t>
            </a:r>
            <a:r>
              <a:rPr sz="1300" b="0" dirty="0" err="1">
                <a:latin typeface="Arial"/>
              </a:rPr>
              <a:t>합류</a:t>
            </a:r>
            <a:r>
              <a:rPr sz="1300" b="0" dirty="0">
                <a:latin typeface="Arial"/>
              </a:rPr>
              <a:t> </a:t>
            </a:r>
            <a:r>
              <a:rPr sz="1300" b="0" dirty="0" err="1">
                <a:latin typeface="Arial"/>
              </a:rPr>
              <a:t>전</a:t>
            </a:r>
            <a:r>
              <a:rPr sz="1300" b="0" dirty="0">
                <a:latin typeface="Arial"/>
              </a:rPr>
              <a:t> </a:t>
            </a:r>
            <a:r>
              <a:rPr sz="1300" b="0" dirty="0" err="1">
                <a:latin typeface="Arial"/>
              </a:rPr>
              <a:t>기존</a:t>
            </a:r>
            <a:r>
              <a:rPr sz="1300" b="0" dirty="0">
                <a:latin typeface="Arial"/>
              </a:rPr>
              <a:t> </a:t>
            </a:r>
            <a:r>
              <a:rPr sz="1300" b="0" dirty="0" err="1">
                <a:latin typeface="Arial"/>
              </a:rPr>
              <a:t>크루와</a:t>
            </a:r>
            <a:r>
              <a:rPr sz="1300" b="0" dirty="0">
                <a:latin typeface="Arial"/>
              </a:rPr>
              <a:t> </a:t>
            </a:r>
            <a:r>
              <a:rPr sz="1300" b="0" dirty="0" err="1">
                <a:latin typeface="Arial"/>
              </a:rPr>
              <a:t>유효충돌</a:t>
            </a:r>
            <a:r>
              <a:rPr sz="1300" b="0" dirty="0">
                <a:latin typeface="Arial"/>
              </a:rPr>
              <a:t> </a:t>
            </a:r>
            <a:r>
              <a:rPr sz="1300" b="0" dirty="0" err="1">
                <a:latin typeface="Arial"/>
              </a:rPr>
              <a:t>충분히</a:t>
            </a:r>
            <a:br>
              <a:rPr lang="en-US" sz="1300" dirty="0">
                <a:latin typeface="Arial"/>
              </a:rPr>
            </a:br>
            <a:r>
              <a:rPr sz="1300" b="0" dirty="0">
                <a:latin typeface="Arial"/>
              </a:rPr>
              <a:t>→ 1:1 </a:t>
            </a:r>
            <a:r>
              <a:rPr sz="1300" b="0" dirty="0" err="1">
                <a:latin typeface="Arial"/>
              </a:rPr>
              <a:t>대면·비대면</a:t>
            </a:r>
            <a:r>
              <a:rPr sz="1300" b="0" dirty="0">
                <a:latin typeface="Arial"/>
              </a:rPr>
              <a:t> </a:t>
            </a:r>
            <a:r>
              <a:rPr sz="1300" b="0" dirty="0" err="1">
                <a:latin typeface="Arial"/>
              </a:rPr>
              <a:t>적극</a:t>
            </a:r>
            <a:r>
              <a:rPr sz="1300" b="0" dirty="0">
                <a:latin typeface="Arial"/>
              </a:rPr>
              <a:t> </a:t>
            </a:r>
            <a:r>
              <a:rPr sz="1300" b="0" dirty="0" err="1">
                <a:latin typeface="Arial"/>
              </a:rPr>
              <a:t>활용</a:t>
            </a:r>
            <a:endParaRPr sz="1300" b="0" dirty="0"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4023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latin typeface="Arial"/>
              </a:rPr>
              <a:t>문화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4340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latin typeface="Arial"/>
              </a:rPr>
              <a:t>전원 반말 사용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1828800"/>
            <a:ext cx="9144" cy="41148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latin typeface="Arial"/>
              </a:rPr>
              <a:t>밋업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4884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 err="1">
                <a:latin typeface="Arial"/>
              </a:rPr>
              <a:t>한</a:t>
            </a:r>
            <a:r>
              <a:rPr sz="1300" b="0" dirty="0">
                <a:latin typeface="Arial"/>
              </a:rPr>
              <a:t> </a:t>
            </a:r>
            <a:r>
              <a:rPr sz="1300" b="0" dirty="0" err="1">
                <a:latin typeface="Arial"/>
              </a:rPr>
              <a:t>번에</a:t>
            </a:r>
            <a:r>
              <a:rPr sz="1300" b="0" dirty="0">
                <a:latin typeface="Arial"/>
              </a:rPr>
              <a:t> 3명, </a:t>
            </a:r>
            <a:r>
              <a:rPr sz="1300" b="0" dirty="0" err="1">
                <a:latin typeface="Arial"/>
              </a:rPr>
              <a:t>약</a:t>
            </a:r>
            <a:r>
              <a:rPr sz="1300" b="0" dirty="0">
                <a:latin typeface="Arial"/>
              </a:rPr>
              <a:t> 2시간</a:t>
            </a:r>
          </a:p>
          <a:p>
            <a:pPr algn="l"/>
            <a:r>
              <a:rPr sz="1300" b="0" dirty="0" err="1">
                <a:latin typeface="Arial"/>
              </a:rPr>
              <a:t>발표</a:t>
            </a:r>
            <a:r>
              <a:rPr sz="1300" b="0" dirty="0">
                <a:latin typeface="Arial"/>
              </a:rPr>
              <a:t> archiving — </a:t>
            </a:r>
            <a:r>
              <a:rPr sz="1300" b="0" dirty="0" err="1">
                <a:latin typeface="Arial"/>
              </a:rPr>
              <a:t>LinkedIn·블로그</a:t>
            </a:r>
            <a:r>
              <a:rPr sz="1300" b="0" dirty="0">
                <a:latin typeface="Arial"/>
              </a:rPr>
              <a:t> </a:t>
            </a:r>
            <a:r>
              <a:rPr sz="1300" b="0" dirty="0" err="1">
                <a:latin typeface="Arial"/>
              </a:rPr>
              <a:t>등</a:t>
            </a:r>
            <a:r>
              <a:rPr sz="1300" b="0" dirty="0">
                <a:latin typeface="Arial"/>
              </a:rPr>
              <a:t> </a:t>
            </a:r>
            <a:r>
              <a:rPr sz="1300" b="0" dirty="0" err="1">
                <a:latin typeface="Arial"/>
              </a:rPr>
              <a:t>개인</a:t>
            </a:r>
            <a:r>
              <a:rPr sz="1300" b="0" dirty="0">
                <a:latin typeface="Arial"/>
              </a:rPr>
              <a:t> </a:t>
            </a:r>
            <a:r>
              <a:rPr sz="1300" b="0" dirty="0" err="1">
                <a:latin typeface="Arial"/>
              </a:rPr>
              <a:t>욕구와</a:t>
            </a:r>
            <a:r>
              <a:rPr sz="1300" b="0" dirty="0">
                <a:latin typeface="Arial"/>
              </a:rPr>
              <a:t> </a:t>
            </a:r>
            <a:r>
              <a:rPr sz="1300" b="0" dirty="0" err="1">
                <a:latin typeface="Arial"/>
              </a:rPr>
              <a:t>연결</a:t>
            </a:r>
            <a:endParaRPr sz="1300" b="0" dirty="0"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00800" y="2926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latin typeface="Arial"/>
              </a:rPr>
              <a:t>Discord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2461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 err="1">
                <a:latin typeface="Arial"/>
              </a:rPr>
              <a:t>현재와</a:t>
            </a:r>
            <a:r>
              <a:rPr sz="1300" b="0" dirty="0">
                <a:latin typeface="Arial"/>
              </a:rPr>
              <a:t> </a:t>
            </a:r>
            <a:r>
              <a:rPr sz="1300" b="0" dirty="0" err="1">
                <a:latin typeface="Arial"/>
              </a:rPr>
              <a:t>같이</a:t>
            </a:r>
            <a:r>
              <a:rPr sz="1300" b="0" dirty="0">
                <a:latin typeface="Arial"/>
              </a:rPr>
              <a:t> </a:t>
            </a:r>
            <a:r>
              <a:rPr sz="1300" b="0" dirty="0" err="1">
                <a:latin typeface="Arial"/>
              </a:rPr>
              <a:t>유지</a:t>
            </a:r>
            <a:r>
              <a:rPr sz="1300" b="0" dirty="0">
                <a:latin typeface="Arial"/>
              </a:rPr>
              <a:t> + </a:t>
            </a:r>
            <a:r>
              <a:rPr sz="1300" b="0" dirty="0" err="1">
                <a:latin typeface="Arial"/>
              </a:rPr>
              <a:t>봇·채널</a:t>
            </a:r>
            <a:r>
              <a:rPr sz="1300" b="0" dirty="0">
                <a:latin typeface="Arial"/>
              </a:rPr>
              <a:t> </a:t>
            </a:r>
            <a:r>
              <a:rPr sz="1300" b="0" dirty="0" err="1">
                <a:latin typeface="Arial"/>
              </a:rPr>
              <a:t>적극</a:t>
            </a:r>
            <a:r>
              <a:rPr sz="1300" b="0" dirty="0">
                <a:latin typeface="Arial"/>
              </a:rPr>
              <a:t> </a:t>
            </a:r>
            <a:r>
              <a:rPr sz="1300" b="0" dirty="0" err="1">
                <a:latin typeface="Arial"/>
              </a:rPr>
              <a:t>활용</a:t>
            </a:r>
            <a:endParaRPr sz="1300" b="0" dirty="0">
              <a:latin typeface="Arial"/>
            </a:endParaRPr>
          </a:p>
          <a:p>
            <a:pPr algn="l"/>
            <a:r>
              <a:rPr sz="1300" b="0" dirty="0" err="1">
                <a:latin typeface="Arial"/>
              </a:rPr>
              <a:t>공지는</a:t>
            </a:r>
            <a:r>
              <a:rPr sz="1300" b="0" dirty="0">
                <a:latin typeface="Arial"/>
              </a:rPr>
              <a:t> </a:t>
            </a:r>
            <a:r>
              <a:rPr sz="1300" b="0" dirty="0" err="1">
                <a:latin typeface="Arial"/>
              </a:rPr>
              <a:t>카카오톡</a:t>
            </a:r>
            <a:r>
              <a:rPr sz="1300" b="0" dirty="0">
                <a:latin typeface="Arial"/>
              </a:rPr>
              <a:t> </a:t>
            </a:r>
            <a:r>
              <a:rPr sz="1300" b="0" dirty="0" err="1">
                <a:latin typeface="Arial"/>
              </a:rPr>
              <a:t>병행</a:t>
            </a:r>
            <a:endParaRPr sz="1300" b="0" dirty="0"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00800" y="4023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latin typeface="Arial"/>
              </a:rPr>
              <a:t>추가 활동 (예정)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343400"/>
            <a:ext cx="512064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 err="1">
                <a:latin typeface="Arial"/>
              </a:rPr>
              <a:t>게더타운·허들</a:t>
            </a:r>
            <a:r>
              <a:rPr sz="1300" b="0" dirty="0">
                <a:latin typeface="Arial"/>
              </a:rPr>
              <a:t> </a:t>
            </a:r>
            <a:r>
              <a:rPr sz="1300" b="0" dirty="0" err="1">
                <a:latin typeface="Arial"/>
              </a:rPr>
              <a:t>모임</a:t>
            </a:r>
            <a:endParaRPr sz="1300" b="0" dirty="0">
              <a:latin typeface="Arial"/>
            </a:endParaRPr>
          </a:p>
          <a:p>
            <a:pPr algn="l"/>
            <a:r>
              <a:rPr sz="1300" b="0" dirty="0" err="1">
                <a:latin typeface="Arial"/>
              </a:rPr>
              <a:t>주제</a:t>
            </a:r>
            <a:r>
              <a:rPr sz="1300" b="0" dirty="0">
                <a:latin typeface="Arial"/>
              </a:rPr>
              <a:t> </a:t>
            </a:r>
            <a:r>
              <a:rPr sz="1300" b="0" dirty="0" err="1">
                <a:latin typeface="Arial"/>
              </a:rPr>
              <a:t>선정</a:t>
            </a:r>
            <a:r>
              <a:rPr sz="1300" b="0" dirty="0">
                <a:latin typeface="Arial"/>
              </a:rPr>
              <a:t> </a:t>
            </a:r>
            <a:r>
              <a:rPr sz="1300" b="0" dirty="0" err="1">
                <a:latin typeface="Arial"/>
              </a:rPr>
              <a:t>후</a:t>
            </a:r>
            <a:r>
              <a:rPr sz="1300" b="0" dirty="0">
                <a:latin typeface="Arial"/>
              </a:rPr>
              <a:t> </a:t>
            </a:r>
            <a:r>
              <a:rPr sz="1300" b="0" dirty="0" err="1">
                <a:latin typeface="Arial"/>
              </a:rPr>
              <a:t>음성</a:t>
            </a:r>
            <a:r>
              <a:rPr sz="1300" b="0" dirty="0">
                <a:latin typeface="Arial"/>
              </a:rPr>
              <a:t> </a:t>
            </a:r>
            <a:r>
              <a:rPr sz="1300" b="0" dirty="0" err="1">
                <a:latin typeface="Arial"/>
              </a:rPr>
              <a:t>토론</a:t>
            </a:r>
            <a:endParaRPr sz="1300" b="0" dirty="0">
              <a:latin typeface="Arial"/>
            </a:endParaRPr>
          </a:p>
          <a:p>
            <a:pPr algn="l"/>
            <a:r>
              <a:rPr sz="1300" b="0" dirty="0" err="1">
                <a:latin typeface="Arial"/>
              </a:rPr>
              <a:t>콘텐츠</a:t>
            </a:r>
            <a:r>
              <a:rPr sz="1300" b="0" dirty="0">
                <a:latin typeface="Arial"/>
              </a:rPr>
              <a:t> </a:t>
            </a:r>
            <a:r>
              <a:rPr sz="1300" b="0" dirty="0" err="1">
                <a:latin typeface="Arial"/>
              </a:rPr>
              <a:t>아카이빙</a:t>
            </a:r>
            <a:r>
              <a:rPr sz="1300" b="0" dirty="0">
                <a:latin typeface="Arial"/>
              </a:rPr>
              <a:t> — </a:t>
            </a:r>
            <a:r>
              <a:rPr sz="1300" b="0" dirty="0" err="1">
                <a:latin typeface="Arial"/>
              </a:rPr>
              <a:t>블로그</a:t>
            </a:r>
            <a:r>
              <a:rPr sz="1300" b="0" dirty="0">
                <a:latin typeface="Arial"/>
              </a:rPr>
              <a:t> </a:t>
            </a:r>
            <a:r>
              <a:rPr sz="1300" b="0" dirty="0" err="1">
                <a:latin typeface="Arial"/>
              </a:rPr>
              <a:t>등</a:t>
            </a:r>
            <a:r>
              <a:rPr sz="1300" b="0" dirty="0">
                <a:latin typeface="Arial"/>
              </a:rPr>
              <a:t> (</a:t>
            </a:r>
            <a:r>
              <a:rPr sz="1300" b="0" dirty="0" err="1">
                <a:latin typeface="Arial"/>
              </a:rPr>
              <a:t>영상은</a:t>
            </a:r>
            <a:r>
              <a:rPr sz="1300" b="0" dirty="0">
                <a:latin typeface="Arial"/>
              </a:rPr>
              <a:t> </a:t>
            </a:r>
            <a:r>
              <a:rPr sz="1300" b="0" dirty="0" err="1">
                <a:latin typeface="Arial"/>
              </a:rPr>
              <a:t>차차</a:t>
            </a:r>
            <a:r>
              <a:rPr sz="1300" b="0" dirty="0">
                <a:latin typeface="Arial"/>
              </a:rPr>
              <a:t> </a:t>
            </a:r>
            <a:r>
              <a:rPr sz="1300" b="0" dirty="0" err="1">
                <a:latin typeface="Arial"/>
              </a:rPr>
              <a:t>고려</a:t>
            </a:r>
            <a:r>
              <a:rPr sz="1300" b="0" dirty="0">
                <a:latin typeface="Arial"/>
              </a:rPr>
              <a:t>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latin typeface="Arial"/>
              </a:rPr>
              <a:t>오늘의 발표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10332720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5544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latin typeface="Arial"/>
              </a:rPr>
              <a:t>철우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554480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latin typeface="Arial"/>
              </a:rPr>
              <a:t>사이드 프로젝트 현황 + 이 시대에 대한 고민 (feat. thread)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057400"/>
            <a:ext cx="10332720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19456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latin typeface="Arial"/>
              </a:rPr>
              <a:t>태규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194560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latin typeface="Arial"/>
              </a:rPr>
              <a:t>향후 로보틱스 시장에서 중국과 미국 사이에서 살아남기 위한 한국의 전략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697480"/>
            <a:ext cx="10332720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83464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latin typeface="Arial"/>
              </a:rPr>
              <a:t>예찬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834640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14400" y="3337560"/>
            <a:ext cx="10332720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2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latin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47472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latin typeface="Arial"/>
              </a:rPr>
              <a:t>재환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474720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latin typeface="Arial"/>
              </a:rPr>
              <a:t>autoresearch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3977640"/>
            <a:ext cx="10332720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411480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latin typeface="Arial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11480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latin typeface="Arial"/>
              </a:rPr>
              <a:t>영훈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114800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400" y="4617720"/>
            <a:ext cx="10332720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latin typeface="Arial"/>
              </a:rPr>
              <a:t>논의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latin typeface="Arial"/>
              </a:rPr>
              <a:t>크루원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0332720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latin typeface="Arial"/>
              </a:rPr>
              <a:t>현황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7627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latin typeface="Arial"/>
              </a:rPr>
              <a:t>현재 5명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latin typeface="Arial"/>
              </a:rPr>
              <a:t>방향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99232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latin typeface="Arial"/>
              </a:rPr>
              <a:t>10명은 되어야 크루의 시너지와 의미가 더 커질 것 같음</a:t>
            </a:r>
          </a:p>
          <a:p>
            <a:pPr algn="l"/>
            <a:r>
              <a:rPr sz="1300" b="0">
                <a:latin typeface="Arial"/>
              </a:rPr>
              <a:t>각자 주변에서 적극적으로 추천해보자</a:t>
            </a:r>
          </a:p>
          <a:p>
            <a:pPr algn="l"/>
            <a:r>
              <a:rPr sz="1300" b="0">
                <a:latin typeface="Arial"/>
              </a:rPr>
              <a:t>— commitment 있는 사람, 열심히 참여할 수 있는 느낌으로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latin typeface="Arial"/>
              </a:rPr>
              <a:t>주위에서 더 찾아보자 — 다양한 분야의 사람들로</a:t>
            </a:r>
          </a:p>
          <a:p>
            <a:pPr algn="l"/>
            <a:r>
              <a:rPr sz="1300" b="1">
                <a:latin typeface="Arial"/>
              </a:rPr>
              <a:t>다만 허들은 높게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828800"/>
            <a:ext cx="9144" cy="41148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latin typeface="Arial"/>
              </a:rPr>
              <a:t>Jay Mo (영훈 추천)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76272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latin typeface="Arial"/>
              </a:rPr>
              <a:t>약 30분 짧게 대화 — 아직 추가 follow-up은 없는 상황</a:t>
            </a:r>
          </a:p>
          <a:p>
            <a:pPr algn="l"/>
            <a:r>
              <a:rPr sz="1300" b="0">
                <a:latin typeface="Arial"/>
              </a:rPr>
              <a:t>나는 좋았음. 그쪽 반응은 미지수.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latin typeface="Arial"/>
              </a:rPr>
              <a:t>논의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latin typeface="Arial"/>
              </a:rPr>
              <a:t>비대면 모임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0332720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latin typeface="Arial"/>
              </a:rPr>
              <a:t>배경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76272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latin typeface="Arial"/>
              </a:rPr>
              <a:t>가끔 비대면으로 논의하거나 떠드는 시간이 있으면 좋을 것 같음</a:t>
            </a:r>
          </a:p>
          <a:p>
            <a:pPr algn="l"/>
            <a:r>
              <a:rPr sz="1300" b="0">
                <a:latin typeface="Arial"/>
              </a:rPr>
              <a:t>다만 어떻게 진행해야 할지 감이 잘 안 옴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828800"/>
            <a:ext cx="9144" cy="41148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latin typeface="Arial"/>
              </a:rPr>
              <a:t>논의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76272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latin typeface="Arial"/>
              </a:rPr>
              <a:t>진행·관리해보고 싶은 사람 있는지?</a:t>
            </a:r>
          </a:p>
          <a:p>
            <a:pPr algn="l"/>
            <a:r>
              <a:rPr sz="1300" b="0">
                <a:latin typeface="Arial"/>
              </a:rPr>
              <a:t>지금 시점에서 투머치인지?</a:t>
            </a:r>
          </a:p>
          <a:p>
            <a:pPr algn="l"/>
            <a:r>
              <a:rPr sz="1300" b="0">
                <a:latin typeface="Arial"/>
              </a:rPr>
              <a:t>아니면 누가 맡아서 된다고 되는 게 아닌 것인지?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latin typeface="Arial"/>
              </a:rPr>
              <a:t>논의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latin typeface="Arial"/>
              </a:rPr>
              <a:t>아카이빙 &amp; 콘텐츠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0332720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latin typeface="Arial"/>
              </a:rPr>
              <a:t>배경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76272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latin typeface="Arial"/>
              </a:rPr>
              <a:t>밋업 내용을 잘 아카이빙하고 가공하면 좋겠음</a:t>
            </a:r>
          </a:p>
          <a:p>
            <a:pPr algn="l"/>
            <a:r>
              <a:rPr sz="1300" b="0">
                <a:latin typeface="Arial"/>
              </a:rPr>
              <a:t>새 멤버 소개 자료로 쓸 수 있고</a:t>
            </a:r>
          </a:p>
          <a:p>
            <a:pPr algn="l"/>
            <a:r>
              <a:rPr sz="1300" b="0">
                <a:latin typeface="Arial"/>
              </a:rPr>
              <a:t>외부에 크루를 소개할 때도 유용할 것 같음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828800"/>
            <a:ext cx="9144" cy="41148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latin typeface="Arial"/>
              </a:rPr>
              <a:t>아이디어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76272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latin typeface="Arial"/>
              </a:rPr>
              <a:t>홈페이지를 바이브코딩으로 만들고</a:t>
            </a:r>
          </a:p>
          <a:p>
            <a:pPr algn="l"/>
            <a:r>
              <a:rPr sz="1300" b="0">
                <a:latin typeface="Arial"/>
              </a:rPr>
              <a:t>글 형태로 가공해서 올리기</a:t>
            </a:r>
          </a:p>
          <a:p>
            <a:pPr algn="l"/>
            <a:r>
              <a:rPr sz="1300" b="0">
                <a:latin typeface="Arial"/>
              </a:rPr>
              <a:t>→ 영상보다 품이 덜 들고, 가공하기도 좋음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474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latin typeface="Arial"/>
              </a:rPr>
              <a:t>논의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822191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latin typeface="Arial"/>
              </a:rPr>
              <a:t>이에 대한 생각 있는 사람?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218</Words>
  <Application>Microsoft Macintosh PowerPoint</Application>
  <PresentationFormat>Custom</PresentationFormat>
  <Paragraphs>54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chulwoo ahn</cp:lastModifiedBy>
  <cp:revision>2</cp:revision>
  <dcterms:created xsi:type="dcterms:W3CDTF">2013-01-27T09:14:16Z</dcterms:created>
  <dcterms:modified xsi:type="dcterms:W3CDTF">2026-03-27T23:22:58Z</dcterms:modified>
  <cp:category/>
</cp:coreProperties>
</file>