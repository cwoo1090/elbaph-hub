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0"/>
  </p:normalViewPr>
  <p:slideViewPr>
    <p:cSldViewPr snapToGrid="0" snapToObjects="1">
      <p:cViewPr varScale="1">
        <p:scale>
          <a:sx n="118" d="100"/>
          <a:sy n="118" d="100"/>
        </p:scale>
        <p:origin x="55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19456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1A1A1A"/>
                </a:solidFill>
                <a:latin typeface="Arial"/>
              </a:defRPr>
            </a:pPr>
            <a:r>
              <a:t>Elbaph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29184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666666"/>
                </a:solidFill>
                <a:latin typeface="Arial"/>
              </a:defRPr>
            </a:pPr>
            <a:r>
              <a:t>첫 번째 밋업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4297680"/>
            <a:ext cx="15544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46634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Arial"/>
              </a:defRPr>
            </a:pPr>
            <a:r>
              <a:t>2026. 03. 01 (토)  10:00 ~  |  Toz 광화문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아젠다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03327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Courier New"/>
              </a:defRPr>
            </a:pPr>
            <a:r>
              <a:rPr dirty="0"/>
              <a:t>10:00 - 10:10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554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Arial"/>
              </a:defRPr>
            </a:pPr>
            <a:r>
              <a:t>오프닝 &amp; 현황 공유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57400"/>
            <a:ext cx="103327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Courier New"/>
              </a:defRPr>
            </a:pPr>
            <a:r>
              <a:rPr dirty="0"/>
              <a:t>10:10 - 10:</a:t>
            </a:r>
            <a:r>
              <a:rPr lang="en-US" altLang="ko-KR" dirty="0"/>
              <a:t>25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3200400" y="22128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Arial"/>
              </a:defRPr>
            </a:pPr>
            <a:r>
              <a:t>발표 1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15768"/>
            <a:ext cx="103327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871216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Courier New"/>
              </a:defRPr>
            </a:pPr>
            <a:r>
              <a:rPr dirty="0"/>
              <a:t>10:</a:t>
            </a:r>
            <a:r>
              <a:rPr lang="en-US" altLang="ko-KR" dirty="0"/>
              <a:t>25</a:t>
            </a:r>
            <a:r>
              <a:rPr dirty="0"/>
              <a:t> - 10:</a:t>
            </a:r>
            <a:r>
              <a:rPr lang="en-US" altLang="ko-KR" dirty="0"/>
              <a:t>4</a:t>
            </a:r>
            <a:r>
              <a:rPr dirty="0"/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87121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Arial"/>
              </a:defRPr>
            </a:pPr>
            <a:r>
              <a:t>발표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374136"/>
            <a:ext cx="103327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529584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Courier New"/>
              </a:defRPr>
            </a:pPr>
            <a:r>
              <a:rPr dirty="0"/>
              <a:t>10:</a:t>
            </a:r>
            <a:r>
              <a:rPr lang="en-US" altLang="ko-KR" dirty="0"/>
              <a:t>4</a:t>
            </a:r>
            <a:r>
              <a:rPr dirty="0"/>
              <a:t>0 - 1</a:t>
            </a:r>
            <a:r>
              <a:rPr lang="en-US" altLang="ko-KR" dirty="0"/>
              <a:t>0</a:t>
            </a:r>
            <a:r>
              <a:rPr dirty="0"/>
              <a:t>:</a:t>
            </a:r>
            <a:r>
              <a:rPr lang="en-US" altLang="ko-KR" dirty="0"/>
              <a:t>55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3200400" y="3529584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Arial"/>
              </a:defRPr>
            </a:pPr>
            <a:r>
              <a:t>발표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032504"/>
            <a:ext cx="103327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187952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Courier New"/>
              </a:defRPr>
            </a:pPr>
            <a:r>
              <a:rPr dirty="0"/>
              <a:t>1</a:t>
            </a:r>
            <a:r>
              <a:rPr lang="en-US" altLang="ko-KR" dirty="0"/>
              <a:t>0</a:t>
            </a:r>
            <a:r>
              <a:rPr dirty="0"/>
              <a:t>:</a:t>
            </a:r>
            <a:r>
              <a:rPr lang="en-US" altLang="ko-KR" dirty="0"/>
              <a:t>55</a:t>
            </a:r>
            <a:r>
              <a:rPr dirty="0"/>
              <a:t> - 11:</a:t>
            </a:r>
            <a:r>
              <a:rPr lang="en-US" altLang="ko-KR" dirty="0"/>
              <a:t>1</a:t>
            </a:r>
            <a:r>
              <a:rPr dirty="0"/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18795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Arial"/>
              </a:defRPr>
            </a:pPr>
            <a:r>
              <a:t>발표 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690872"/>
            <a:ext cx="103327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846320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Courier New"/>
              </a:defRPr>
            </a:pPr>
            <a:r>
              <a:rPr dirty="0"/>
              <a:t>11:</a:t>
            </a:r>
            <a:r>
              <a:rPr lang="en-US" altLang="ko-KR" dirty="0"/>
              <a:t>1</a:t>
            </a:r>
            <a:r>
              <a:rPr dirty="0"/>
              <a:t>0 - 11:</a:t>
            </a:r>
            <a:r>
              <a:rPr lang="en-US" altLang="ko-KR" dirty="0"/>
              <a:t>25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3200400" y="4846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Arial"/>
              </a:defRPr>
            </a:pPr>
            <a:r>
              <a:t>발표 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5349240"/>
            <a:ext cx="103327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504688"/>
            <a:ext cx="228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Courier New"/>
              </a:defRPr>
            </a:pPr>
            <a:r>
              <a:rPr dirty="0"/>
              <a:t>11:</a:t>
            </a:r>
            <a:r>
              <a:rPr lang="en-US" altLang="ko-KR" dirty="0"/>
              <a:t>25</a:t>
            </a:r>
            <a:r>
              <a:rPr dirty="0"/>
              <a:t> ~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5504688"/>
            <a:ext cx="7315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1A1A"/>
                </a:solidFill>
                <a:latin typeface="Arial"/>
              </a:defRPr>
            </a:pPr>
            <a:r>
              <a:rPr lang="ko-KR" altLang="en-US" dirty="0"/>
              <a:t>논의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지금까지 한 일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03327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Slack 워크스페이스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Arial"/>
              </a:defRPr>
            </a:pPr>
            <a:r>
              <a:t>6개 채널 세팅 — #news, #announcements, #meetups, #lounge, #projects, #intros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514600"/>
            <a:ext cx="103327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Loki AI 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Arial"/>
              </a:defRPr>
            </a:pPr>
            <a:r>
              <a:t>@Loki 태그로 질문/답변 — Gemini + Manus 딥리서치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611880"/>
            <a:ext cx="103327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Daily News Briefing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Arial"/>
              </a:defRPr>
            </a:pPr>
            <a:r>
              <a:t>매일 #news 채널에 자동 포스팅 — AI, Robotics, BCI, Medtech, Korea Startup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709160"/>
            <a:ext cx="103327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937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밋업 운영 체계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Arial"/>
              </a:defRPr>
            </a:pPr>
            <a:r>
              <a:t>월 1회 정기 밋업 — 운영 방식 및 가이드라인 수립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rPr dirty="0" err="1"/>
              <a:t>오늘의</a:t>
            </a:r>
            <a:r>
              <a:rPr dirty="0"/>
              <a:t> </a:t>
            </a:r>
            <a:r>
              <a:rPr dirty="0" err="1"/>
              <a:t>발표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다음 달 목표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03327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AAAAA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철우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645920"/>
            <a:ext cx="48985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66666"/>
                </a:solidFill>
                <a:latin typeface="Arial"/>
              </a:defRPr>
            </a:pPr>
            <a:r>
              <a:rPr dirty="0" err="1"/>
              <a:t>사이드</a:t>
            </a:r>
            <a:r>
              <a:rPr dirty="0"/>
              <a:t> </a:t>
            </a:r>
            <a:r>
              <a:rPr dirty="0" err="1"/>
              <a:t>프로젝트</a:t>
            </a:r>
            <a:r>
              <a:rPr lang="ko-KR" altLang="en-US" dirty="0"/>
              <a:t> </a:t>
            </a:r>
            <a:r>
              <a:rPr lang="en-US" altLang="ko-KR" dirty="0"/>
              <a:t>+</a:t>
            </a:r>
            <a:r>
              <a:rPr lang="ko-KR" altLang="en-US" dirty="0"/>
              <a:t> </a:t>
            </a:r>
            <a:r>
              <a:rPr lang="en-US" dirty="0"/>
              <a:t>Claude Code &amp; Codex </a:t>
            </a:r>
            <a:r>
              <a:rPr lang="ko-KR" altLang="en-US" dirty="0"/>
              <a:t>탐방기 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914400" y="2240280"/>
            <a:ext cx="103327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AAAA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60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rPr lang="ko-KR" altLang="en-US" dirty="0"/>
              <a:t>영훈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914400" y="3154680"/>
            <a:ext cx="103327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AAAA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474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예찬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474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Arial"/>
              </a:defRPr>
            </a:pPr>
            <a:r>
              <a:t>수술로봇 AI 연구 현황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069080"/>
            <a:ext cx="103327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389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AAAA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3891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rPr lang="ko-KR" altLang="en-US" dirty="0"/>
              <a:t>재환</a:t>
            </a:r>
            <a:endParaRPr dirty="0"/>
          </a:p>
        </p:txBody>
      </p:sp>
      <p:sp>
        <p:nvSpPr>
          <p:cNvPr id="18" name="Rectangle 17"/>
          <p:cNvSpPr/>
          <p:nvPr/>
        </p:nvSpPr>
        <p:spPr>
          <a:xfrm>
            <a:off x="914400" y="4983480"/>
            <a:ext cx="103327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AAAA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303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태규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53035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Arial"/>
              </a:defRPr>
            </a:pPr>
            <a:r>
              <a:t>로봇 손 업계 동향 + 내가 만드는 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17972" y="2560320"/>
            <a:ext cx="164592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AAAAAA"/>
                </a:solidFill>
                <a:latin typeface="Arial"/>
              </a:defRPr>
            </a:pPr>
            <a:r>
              <a:t>Google Meet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FE93BA-2B5E-5DFF-536F-24B55666C59C}"/>
              </a:ext>
            </a:extLst>
          </p:cNvPr>
          <p:cNvSpPr txBox="1"/>
          <p:nvPr/>
        </p:nvSpPr>
        <p:spPr>
          <a:xfrm>
            <a:off x="3200399" y="2573020"/>
            <a:ext cx="489857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66666"/>
                </a:solidFill>
                <a:latin typeface="Arial"/>
              </a:defRPr>
            </a:pPr>
            <a:r>
              <a:rPr lang="en-US" dirty="0"/>
              <a:t>Acquihire, </a:t>
            </a:r>
            <a:r>
              <a:rPr lang="ko-KR" altLang="en-US" dirty="0"/>
              <a:t>오픈소스</a:t>
            </a:r>
            <a:r>
              <a:rPr lang="en-US" altLang="ko-KR" dirty="0"/>
              <a:t>, </a:t>
            </a:r>
            <a:r>
              <a:rPr lang="ko-KR" altLang="en-US" dirty="0" err="1"/>
              <a:t>팀빌딩</a:t>
            </a:r>
            <a:r>
              <a:rPr lang="ko-KR" altLang="en-US" dirty="0"/>
              <a:t> </a:t>
            </a:r>
            <a:r>
              <a:rPr lang="en-US" altLang="ko-KR" dirty="0"/>
              <a:t>&amp; </a:t>
            </a:r>
            <a:r>
              <a:rPr lang="ko-KR" altLang="en-US" dirty="0"/>
              <a:t>스타트업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D9BC8D5-73A2-AF64-2FD4-19EB10366C77}"/>
              </a:ext>
            </a:extLst>
          </p:cNvPr>
          <p:cNvSpPr/>
          <p:nvPr/>
        </p:nvSpPr>
        <p:spPr>
          <a:xfrm>
            <a:off x="7717972" y="5299166"/>
            <a:ext cx="1645920" cy="32004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AAAAAA"/>
                </a:solidFill>
                <a:latin typeface="Arial"/>
              </a:defRPr>
            </a:pPr>
            <a:r>
              <a:rPr dirty="0"/>
              <a:t>Google Meet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Arial"/>
              </a:defRPr>
            </a:pPr>
            <a:r>
              <a:t>논의1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Slack 활용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327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현재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Arial"/>
              </a:defRPr>
            </a:pPr>
            <a:r>
              <a:t>공지, 밋업 스케줄링, 라운지, 뉴스</a:t>
            </a:r>
          </a:p>
          <a:p>
            <a:pPr>
              <a:spcBef>
                <a:spcPts val="600"/>
              </a:spcBef>
              <a:defRPr sz="1500" b="0">
                <a:solidFill>
                  <a:srgbClr val="666666"/>
                </a:solidFill>
                <a:latin typeface="Arial"/>
              </a:defRPr>
            </a:pPr>
            <a:r>
              <a:t>Loki 봇 + Daily News 운영 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문제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Arial"/>
              </a:defRPr>
            </a:pPr>
            <a:r>
              <a:t>- 알림이 잘 안 와서 확인을 안 하게 됨?</a:t>
            </a:r>
          </a:p>
          <a:p>
            <a:pPr>
              <a:spcBef>
                <a:spcPts val="600"/>
              </a:spcBef>
              <a:defRPr sz="1500" b="0">
                <a:solidFill>
                  <a:srgbClr val="666666"/>
                </a:solidFill>
                <a:latin typeface="Arial"/>
              </a:defRPr>
            </a:pPr>
            <a:r>
              <a:t>  중요 공지를 놓치는 사람이 있음</a:t>
            </a:r>
          </a:p>
          <a:p>
            <a:pPr>
              <a:spcBef>
                <a:spcPts val="600"/>
              </a:spcBef>
              <a:defRPr sz="1500" b="0">
                <a:solidFill>
                  <a:srgbClr val="666666"/>
                </a:solidFill>
                <a:latin typeface="Arial"/>
              </a:defRPr>
            </a:pPr>
            <a:r>
              <a:t>- 목적 및 용도가 명확하지 않음.</a:t>
            </a:r>
          </a:p>
          <a:p>
            <a:pPr>
              <a:spcBef>
                <a:spcPts val="600"/>
              </a:spcBef>
              <a:defRPr sz="1500" b="0">
                <a:solidFill>
                  <a:srgbClr val="666666"/>
                </a:solidFill>
                <a:latin typeface="Arial"/>
              </a:defRPr>
            </a:pPr>
            <a:r>
              <a:t>  활성화하는 것의 의미? &amp; 하려면 어떻게 해야 할지?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828800"/>
            <a:ext cx="12700" cy="36576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논의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Arial"/>
              </a:defRPr>
            </a:pPr>
            <a:r>
              <a:t>다들 엘바프를 통해 얻고 싶은 것이 무엇인가?</a:t>
            </a:r>
          </a:p>
          <a:p>
            <a:pPr>
              <a:spcBef>
                <a:spcPts val="600"/>
              </a:spcBef>
              <a:defRPr sz="1000" b="0">
                <a:solidFill>
                  <a:srgbClr val="666666"/>
                </a:solidFill>
                <a:latin typeface="Arial"/>
              </a:defRPr>
            </a:pPr>
            <a:endParaRPr/>
          </a:p>
          <a:p>
            <a:pPr>
              <a:spcBef>
                <a:spcPts val="600"/>
              </a:spcBef>
              <a:defRPr sz="1500" b="0">
                <a:solidFill>
                  <a:srgbClr val="666666"/>
                </a:solidFill>
                <a:latin typeface="Arial"/>
              </a:defRPr>
            </a:pPr>
            <a:r>
              <a:t>슬랙의 목적이 무엇인가? 존재의 이유가 있는가?</a:t>
            </a:r>
          </a:p>
          <a:p>
            <a:pPr>
              <a:spcBef>
                <a:spcPts val="600"/>
              </a:spcBef>
              <a:defRPr sz="1000" b="0">
                <a:solidFill>
                  <a:srgbClr val="666666"/>
                </a:solidFill>
                <a:latin typeface="Arial"/>
              </a:defRPr>
            </a:pPr>
            <a:endParaRPr/>
          </a:p>
          <a:p>
            <a:pPr>
              <a:spcBef>
                <a:spcPts val="600"/>
              </a:spcBef>
              <a:defRPr sz="1500" b="0">
                <a:solidFill>
                  <a:srgbClr val="666666"/>
                </a:solidFill>
                <a:latin typeface="Arial"/>
              </a:defRPr>
            </a:pPr>
            <a:r>
              <a:t>그 목적을 달성하려면 어떻게 해야 하는가?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Arial"/>
              </a:defRPr>
            </a:pPr>
            <a:r>
              <a:t>논의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문화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327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  <a:latin typeface="Arial"/>
              </a:defRPr>
            </a:pPr>
            <a:r>
              <a:t>친구처럼 격식없이 지내는 문화를 지향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Arial"/>
              </a:defRPr>
            </a:pPr>
            <a:r>
              <a:t>들어오면 그냥 바로 반말?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840480"/>
            <a:ext cx="914400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Arial"/>
              </a:defRPr>
            </a:pPr>
            <a:r>
              <a:t>논의 포인트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7548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Arial"/>
              </a:defRPr>
            </a:pPr>
            <a:r>
              <a:t>다들 괜찮은지?</a:t>
            </a:r>
          </a:p>
          <a:p>
            <a:pPr>
              <a:spcBef>
                <a:spcPts val="600"/>
              </a:spcBef>
              <a:defRPr sz="1500" b="0">
                <a:solidFill>
                  <a:srgbClr val="666666"/>
                </a:solidFill>
                <a:latin typeface="Arial"/>
              </a:defRPr>
            </a:pPr>
            <a:r>
              <a:t>좋은 의견 있는지?</a:t>
            </a:r>
          </a:p>
          <a:p>
            <a:pPr>
              <a:spcBef>
                <a:spcPts val="600"/>
              </a:spcBef>
              <a:defRPr sz="1500" b="0">
                <a:solidFill>
                  <a:srgbClr val="666666"/>
                </a:solidFill>
                <a:latin typeface="Arial"/>
              </a:defRPr>
            </a:pPr>
            <a:r>
              <a:t>불편한 사람은 없는지?</a:t>
            </a:r>
          </a:p>
          <a:p>
            <a:pPr>
              <a:spcBef>
                <a:spcPts val="600"/>
              </a:spcBef>
              <a:defRPr sz="1500" b="0">
                <a:solidFill>
                  <a:srgbClr val="666666"/>
                </a:solidFill>
                <a:latin typeface="Arial"/>
              </a:defRPr>
            </a:pPr>
            <a:r>
              <a:t>어떤 방식이 우리한테 제일 자연스러운지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Arial"/>
              </a:defRPr>
            </a:pPr>
            <a:r>
              <a:t>논의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t>새 멤버 초대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103327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현재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Arial"/>
              </a:defRPr>
            </a:pPr>
            <a:r>
              <a:t>기준은 있지만 프로세스가 애매</a:t>
            </a:r>
          </a:p>
          <a:p>
            <a:pPr>
              <a:spcBef>
                <a:spcPts val="600"/>
              </a:spcBef>
              <a:defRPr sz="1500" b="0">
                <a:solidFill>
                  <a:srgbClr val="666666"/>
                </a:solidFill>
                <a:latin typeface="Arial"/>
              </a:defRPr>
            </a:pPr>
            <a:r>
              <a:t>먼저 말했다가 내부 논의에서 안 되면 곤란</a:t>
            </a:r>
          </a:p>
          <a:p>
            <a:pPr>
              <a:spcBef>
                <a:spcPts val="600"/>
              </a:spcBef>
              <a:defRPr sz="1500" b="0">
                <a:solidFill>
                  <a:srgbClr val="666666"/>
                </a:solidFill>
                <a:latin typeface="Arial"/>
              </a:defRPr>
            </a:pPr>
            <a:r>
              <a:t>안에서 먼저 얘기하기도 애매</a:t>
            </a:r>
          </a:p>
          <a:p>
            <a:pPr>
              <a:spcBef>
                <a:spcPts val="600"/>
              </a:spcBef>
              <a:defRPr sz="1500" b="0">
                <a:solidFill>
                  <a:srgbClr val="666666"/>
                </a:solidFill>
                <a:latin typeface="Arial"/>
              </a:defRPr>
            </a:pPr>
            <a:r>
              <a:t>상대 commitment을 모름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828800"/>
            <a:ext cx="12700" cy="4114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t>제안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774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Arial"/>
              </a:defRPr>
            </a:pPr>
            <a:r>
              <a:t>1. 당사자에게 먼저 의향 확인</a:t>
            </a:r>
          </a:p>
          <a:p>
            <a:pPr>
              <a:spcBef>
                <a:spcPts val="600"/>
              </a:spcBef>
              <a:defRPr sz="1500" b="0">
                <a:solidFill>
                  <a:srgbClr val="666666"/>
                </a:solidFill>
                <a:latin typeface="Arial"/>
              </a:defRPr>
            </a:pPr>
            <a:r>
              <a:t>2. 관심 + commitment 의지 보이면</a:t>
            </a:r>
          </a:p>
          <a:p>
            <a:pPr>
              <a:spcBef>
                <a:spcPts val="600"/>
              </a:spcBef>
              <a:defRPr sz="1500" b="0">
                <a:solidFill>
                  <a:srgbClr val="666666"/>
                </a:solidFill>
                <a:latin typeface="Arial"/>
              </a:defRPr>
            </a:pPr>
            <a:r>
              <a:t>    → 논의 (필요 시 관심있는 사람(없으면 내가) 줌콜)</a:t>
            </a:r>
          </a:p>
          <a:p>
            <a:pPr>
              <a:spcBef>
                <a:spcPts val="600"/>
              </a:spcBef>
              <a:defRPr sz="1500" b="0">
                <a:solidFill>
                  <a:srgbClr val="666666"/>
                </a:solidFill>
                <a:latin typeface="Arial"/>
              </a:defRPr>
            </a:pPr>
            <a:r>
              <a:t>    → 결과 전달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1A"/>
                </a:solidFill>
                <a:latin typeface="Arial"/>
              </a:defRPr>
            </a:pPr>
            <a:r>
              <a:t>추가 논의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754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Arial"/>
              </a:defRPr>
            </a:pPr>
            <a:r>
              <a:t>초대는 밋업에서만? 상시 가능?</a:t>
            </a:r>
          </a:p>
          <a:p>
            <a:pPr>
              <a:spcBef>
                <a:spcPts val="600"/>
              </a:spcBef>
              <a:defRPr sz="1500" b="0">
                <a:solidFill>
                  <a:srgbClr val="666666"/>
                </a:solidFill>
                <a:latin typeface="Arial"/>
              </a:defRPr>
            </a:pPr>
            <a:r>
              <a:t>다음 멤버부터 바로 적용할지?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2BBA4-E9DC-6100-8654-0FDC4C83B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92F2A1-76D7-8B13-03D0-D7469EBDCE90}"/>
              </a:ext>
            </a:extLst>
          </p:cNvPr>
          <p:cNvSpPr txBox="1"/>
          <p:nvPr/>
        </p:nvSpPr>
        <p:spPr>
          <a:xfrm>
            <a:off x="914400" y="365760"/>
            <a:ext cx="2743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AAAAA"/>
                </a:solidFill>
                <a:latin typeface="Arial"/>
              </a:defRPr>
            </a:pPr>
            <a:r>
              <a:rPr dirty="0" err="1"/>
              <a:t>논의</a:t>
            </a:r>
            <a:r>
              <a:rPr dirty="0"/>
              <a:t> </a:t>
            </a:r>
            <a:r>
              <a:rPr lang="en-US" altLang="ko-KR" dirty="0"/>
              <a:t>4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FCFC4C-34A9-5CBF-618D-F1A652FCA1A5}"/>
              </a:ext>
            </a:extLst>
          </p:cNvPr>
          <p:cNvSpPr txBox="1"/>
          <p:nvPr/>
        </p:nvSpPr>
        <p:spPr>
          <a:xfrm>
            <a:off x="914400" y="73152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1A"/>
                </a:solidFill>
                <a:latin typeface="Arial"/>
              </a:defRPr>
            </a:pPr>
            <a:r>
              <a:rPr lang="ko-KR" altLang="en-US" dirty="0"/>
              <a:t>장소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35D5CF-BCE8-BF43-C294-7613D4ED01A4}"/>
              </a:ext>
            </a:extLst>
          </p:cNvPr>
          <p:cNvSpPr/>
          <p:nvPr/>
        </p:nvSpPr>
        <p:spPr>
          <a:xfrm>
            <a:off x="914400" y="1371600"/>
            <a:ext cx="1033272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EAF40E-CC6B-BE0F-8A08-98ABA09D961E}"/>
              </a:ext>
            </a:extLst>
          </p:cNvPr>
          <p:cNvSpPr txBox="1"/>
          <p:nvPr/>
        </p:nvSpPr>
        <p:spPr>
          <a:xfrm>
            <a:off x="9144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rPr dirty="0" err="1"/>
              <a:t>현재</a:t>
            </a:r>
            <a:r>
              <a:rPr dirty="0"/>
              <a:t> </a:t>
            </a:r>
            <a:r>
              <a:rPr lang="ko-KR" altLang="en-US" dirty="0"/>
              <a:t>상황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1181CC-297D-3325-7558-B690860AC631}"/>
              </a:ext>
            </a:extLst>
          </p:cNvPr>
          <p:cNvSpPr txBox="1"/>
          <p:nvPr/>
        </p:nvSpPr>
        <p:spPr>
          <a:xfrm>
            <a:off x="914400" y="2377440"/>
            <a:ext cx="4572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Arial"/>
              </a:defRPr>
            </a:pPr>
            <a:r>
              <a:rPr lang="ko-KR" altLang="en-US" dirty="0"/>
              <a:t>지리적으로는 가장 좋을 수도</a:t>
            </a:r>
            <a:endParaRPr lang="en-US" altLang="ko-KR" dirty="0"/>
          </a:p>
          <a:p>
            <a:pPr algn="l">
              <a:defRPr sz="1500" b="0">
                <a:solidFill>
                  <a:srgbClr val="666666"/>
                </a:solidFill>
                <a:latin typeface="Arial"/>
              </a:defRPr>
            </a:pPr>
            <a:r>
              <a:rPr lang="ko-KR" altLang="en-US" dirty="0"/>
              <a:t>고정 비용</a:t>
            </a:r>
            <a:endParaRPr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9A9F74-F115-20B4-32E8-D2F6CC887C2F}"/>
              </a:ext>
            </a:extLst>
          </p:cNvPr>
          <p:cNvSpPr/>
          <p:nvPr/>
        </p:nvSpPr>
        <p:spPr>
          <a:xfrm>
            <a:off x="5943600" y="1828800"/>
            <a:ext cx="12700" cy="41148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535D99-3C50-C01D-D929-0241A8B2D581}"/>
              </a:ext>
            </a:extLst>
          </p:cNvPr>
          <p:cNvSpPr txBox="1"/>
          <p:nvPr/>
        </p:nvSpPr>
        <p:spPr>
          <a:xfrm>
            <a:off x="64008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1A1A"/>
                </a:solidFill>
                <a:latin typeface="Arial"/>
              </a:defRPr>
            </a:pPr>
            <a:r>
              <a:rPr lang="ko-KR" altLang="en-US" dirty="0"/>
              <a:t>논의</a:t>
            </a: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D1AB71-D5FC-FA9C-0C31-2B76CFC04CF8}"/>
              </a:ext>
            </a:extLst>
          </p:cNvPr>
          <p:cNvSpPr txBox="1"/>
          <p:nvPr/>
        </p:nvSpPr>
        <p:spPr>
          <a:xfrm>
            <a:off x="6400800" y="2377440"/>
            <a:ext cx="5029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Arial"/>
              </a:defRPr>
            </a:pPr>
            <a:r>
              <a:rPr lang="ko-KR" altLang="en-US" dirty="0"/>
              <a:t>장소 협찬 부탁하면 해줄 곳은 많음</a:t>
            </a:r>
            <a:endParaRPr lang="en-US" altLang="ko-KR" dirty="0"/>
          </a:p>
          <a:p>
            <a:pPr algn="l">
              <a:defRPr sz="1500" b="0">
                <a:solidFill>
                  <a:srgbClr val="666666"/>
                </a:solidFill>
                <a:latin typeface="Arial"/>
              </a:defRPr>
            </a:pPr>
            <a:r>
              <a:rPr lang="en-US" altLang="ko-KR" dirty="0"/>
              <a:t>-</a:t>
            </a:r>
            <a:r>
              <a:rPr lang="ko-KR" altLang="en-US" dirty="0" err="1"/>
              <a:t>설입</a:t>
            </a:r>
            <a:r>
              <a:rPr lang="en-US" altLang="ko-KR" dirty="0"/>
              <a:t>,</a:t>
            </a:r>
            <a:r>
              <a:rPr lang="ko-KR" altLang="en-US" dirty="0"/>
              <a:t> 강남 등등</a:t>
            </a:r>
            <a:endParaRPr lang="en-US" altLang="ko-KR" dirty="0"/>
          </a:p>
          <a:p>
            <a:pPr algn="l">
              <a:defRPr sz="1500" b="0">
                <a:solidFill>
                  <a:srgbClr val="666666"/>
                </a:solidFill>
                <a:latin typeface="Arial"/>
              </a:defRPr>
            </a:pPr>
            <a:endParaRPr lang="en-US" altLang="ko-KR" dirty="0"/>
          </a:p>
          <a:p>
            <a:pPr algn="l">
              <a:defRPr sz="1500" b="0">
                <a:solidFill>
                  <a:srgbClr val="666666"/>
                </a:solidFill>
                <a:latin typeface="Arial"/>
              </a:defRPr>
            </a:pPr>
            <a:r>
              <a:rPr lang="ko-KR" altLang="en-US" dirty="0"/>
              <a:t>이쪽 강북 쪽엔 아는 사람이 없음</a:t>
            </a:r>
            <a:r>
              <a:rPr lang="en-US" altLang="ko-KR" dirty="0"/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3461168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19456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1A1A"/>
                </a:solidFill>
                <a:latin typeface="Arial"/>
              </a:defRPr>
            </a:pPr>
            <a:r>
              <a:t>다음 스텝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0" y="3017520"/>
            <a:ext cx="1554480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66666"/>
                </a:solidFill>
                <a:latin typeface="Arial"/>
              </a:defRPr>
            </a:pPr>
            <a:r>
              <a:t>3월 밋업 일정 확정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4864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Arial"/>
              </a:defRPr>
            </a:pPr>
            <a:r>
              <a:t>Let's set sail.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415</Words>
  <Application>Microsoft Macintosh PowerPoint</Application>
  <PresentationFormat>Widescreen</PresentationFormat>
  <Paragraphs>97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chulwoo ahn</cp:lastModifiedBy>
  <cp:revision>6</cp:revision>
  <dcterms:created xsi:type="dcterms:W3CDTF">2013-01-27T09:14:16Z</dcterms:created>
  <dcterms:modified xsi:type="dcterms:W3CDTF">2026-02-28T00:44:12Z</dcterms:modified>
  <cp:category/>
</cp:coreProperties>
</file>