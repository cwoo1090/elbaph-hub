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1" r:id="rId4"/>
    <p:sldId id="263" r:id="rId5"/>
    <p:sldId id="264" r:id="rId6"/>
    <p:sldId id="272" r:id="rId7"/>
    <p:sldId id="273" r:id="rId8"/>
    <p:sldId id="259" r:id="rId9"/>
    <p:sldId id="267" r:id="rId10"/>
    <p:sldId id="268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8"/>
  </p:normalViewPr>
  <p:slideViewPr>
    <p:cSldViewPr snapToGrid="0" snapToObjects="1">
      <p:cViewPr varScale="1">
        <p:scale>
          <a:sx n="117" d="100"/>
          <a:sy n="117" d="100"/>
        </p:scale>
        <p:origin x="4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korean-date-guide.lovable.app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youtube.com/channel/UCTGZoUSDBqog8NcYzmY92cA?si=PclMImwPzfO3j5BH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Arial"/>
              </a:defRPr>
            </a:pPr>
            <a:r>
              <a:t>What I've Been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A9A9A"/>
                </a:solidFill>
                <a:latin typeface="Arial"/>
              </a:defRPr>
            </a:pPr>
            <a:r>
              <a:t>Chulwoo Ahn  |  Elbaph First Meetup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4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381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E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Arial"/>
              </a:defRPr>
            </a:pPr>
            <a:r>
              <a:t>Korean Date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57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9A9A"/>
                </a:solidFill>
                <a:latin typeface="Arial"/>
              </a:defRPr>
            </a:pPr>
            <a:r>
              <a:t>AI date course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E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Arial"/>
              </a:defRPr>
            </a:pPr>
            <a:r>
              <a:t>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54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9A9A"/>
                </a:solidFill>
                <a:latin typeface="Arial"/>
              </a:defRPr>
            </a:pPr>
            <a:r>
              <a:t>AI English writing coach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E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Arial"/>
              </a:defRPr>
            </a:pPr>
            <a:r>
              <a:t>YouTube / Instagram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9A9A"/>
                </a:solidFill>
                <a:latin typeface="Arial"/>
              </a:defRPr>
            </a:pPr>
            <a:r>
              <a:t>Content &amp; social media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E3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Arial"/>
              </a:defRPr>
            </a:pPr>
            <a:r>
              <a:t>Elbaph 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349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9A9A"/>
                </a:solidFill>
                <a:latin typeface="Arial"/>
              </a:defRPr>
            </a:pPr>
            <a:r>
              <a:t>AI Slack bot for the community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01  Korean Date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381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9A9A9A"/>
                </a:solidFill>
                <a:latin typeface="Arial"/>
              </a:defRPr>
            </a:pPr>
            <a:r>
              <a:rPr dirty="0"/>
              <a:t>AI-powered date course planner for Korean couples</a:t>
            </a:r>
            <a:endParaRPr lang="en-US" dirty="0"/>
          </a:p>
          <a:p>
            <a:pPr>
              <a:defRPr sz="1800" b="0">
                <a:solidFill>
                  <a:srgbClr val="9A9A9A"/>
                </a:solidFill>
                <a:latin typeface="Arial"/>
              </a:defRPr>
            </a:pPr>
            <a:r>
              <a:rPr lang="en-US" altLang="ko-KR" dirty="0">
                <a:hlinkClick r:id="rId2"/>
              </a:rPr>
              <a:t>https://korean-date-guide.lovable.app/</a:t>
            </a:r>
            <a:endParaRPr lang="en-US" altLang="ko-KR" dirty="0"/>
          </a:p>
          <a:p>
            <a:pPr>
              <a:defRPr sz="1800" b="0">
                <a:solidFill>
                  <a:srgbClr val="9A9A9A"/>
                </a:solidFill>
                <a:latin typeface="Arial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Plan a full date course in under 3 minutes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Input: location, time, activities, mood, budget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AI generates restaurant/cafe/activity recommendations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Build course with drag-and-drop, real-time ETAs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Share via link, image card, or KakaoTalk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Korean couples in their 20s-30s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Mobile-first, Korean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User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651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BE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  <a:latin typeface="Arial"/>
              </a:defRPr>
            </a:pPr>
            <a:r>
              <a:t>Location, date, time, 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0358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BE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0358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  <a:latin typeface="Arial"/>
              </a:defRPr>
            </a:pPr>
            <a:r>
              <a:t>Pick activities (food, cafe, movie...)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4198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BE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4198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  <a:latin typeface="Arial"/>
              </a:defRPr>
            </a:pPr>
            <a:r>
              <a:t>Set mood &amp;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80390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BE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8039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  <a:latin typeface="Arial"/>
              </a:defRPr>
            </a:pPr>
            <a:r>
              <a:t>AI recommends places on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187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BE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1879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  <a:latin typeface="Arial"/>
              </a:defRPr>
            </a:pPr>
            <a:r>
              <a:t>Build &amp; reorder your course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572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BE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572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  <a:latin typeface="Arial"/>
              </a:defRPr>
            </a:pPr>
            <a:r>
              <a:t>Share with your partner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29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440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A9A9A"/>
                </a:solidFill>
                <a:latin typeface="Arial"/>
              </a:defRPr>
            </a:pPr>
            <a:r>
              <a:t>Vite + React 18 + TypeScript + Tailwind + shadcn/ui</a:t>
            </a:r>
          </a:p>
          <a:p>
            <a:pPr>
              <a:spcAft>
                <a:spcPts val="600"/>
              </a:spcAft>
              <a:defRPr sz="1300">
                <a:solidFill>
                  <a:srgbClr val="9A9A9A"/>
                </a:solidFill>
                <a:latin typeface="Arial"/>
              </a:defRPr>
            </a:pPr>
            <a:r>
              <a:t>Gemini AI (via Supabase Edge Functions)</a:t>
            </a:r>
          </a:p>
          <a:p>
            <a:pPr>
              <a:spcAft>
                <a:spcPts val="600"/>
              </a:spcAft>
              <a:defRPr sz="1300">
                <a:solidFill>
                  <a:srgbClr val="9A9A9A"/>
                </a:solidFill>
                <a:latin typeface="Arial"/>
              </a:defRPr>
            </a:pPr>
            <a:r>
              <a:t>Kakao Maps SDK + TMAP routing + Google Places</a:t>
            </a:r>
          </a:p>
          <a:p>
            <a:pPr>
              <a:spcAft>
                <a:spcPts val="600"/>
              </a:spcAft>
              <a:defRPr sz="1300">
                <a:solidFill>
                  <a:srgbClr val="9A9A9A"/>
                </a:solidFill>
                <a:latin typeface="Arial"/>
              </a:defRPr>
            </a:pPr>
            <a:r>
              <a:t>Supabase (auth, DB, edge functions)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02  Draft — AI English Writing Coach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381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5BE3"/>
                </a:solidFill>
                <a:latin typeface="Arial"/>
              </a:defRPr>
            </a:pPr>
            <a:r>
              <a:rPr dirty="0"/>
              <a:t>draft-</a:t>
            </a:r>
            <a:r>
              <a:rPr dirty="0" err="1"/>
              <a:t>ai.vercel.app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A4A4A"/>
                </a:solidFill>
                <a:latin typeface="Arial"/>
              </a:defRPr>
            </a:pPr>
            <a:r>
              <a:rPr dirty="0"/>
              <a:t>Problem: AI writes English for you, but YOUR skills never improve</a:t>
            </a:r>
          </a:p>
          <a:p>
            <a:pPr>
              <a:spcAft>
                <a:spcPts val="800"/>
              </a:spcAft>
              <a:defRPr sz="2000">
                <a:solidFill>
                  <a:srgbClr val="4A4A4A"/>
                </a:solidFill>
                <a:latin typeface="Arial"/>
              </a:defRPr>
            </a:pPr>
            <a:r>
              <a:rPr dirty="0"/>
              <a:t>Solution: Write yourself, get AI corrections, actively rewrite to internalize</a:t>
            </a:r>
          </a:p>
          <a:p>
            <a:pPr>
              <a:spcAft>
                <a:spcPts val="800"/>
              </a:spcAft>
              <a:defRPr sz="2000">
                <a:solidFill>
                  <a:srgbClr val="4A4A4A"/>
                </a:solidFill>
                <a:latin typeface="Arial"/>
              </a:defRPr>
            </a:pPr>
            <a:r>
              <a:rPr dirty="0"/>
              <a:t>Tagline: "Write, make mistakes, fix them"</a:t>
            </a:r>
          </a:p>
          <a:p>
            <a:pPr>
              <a:spcAft>
                <a:spcPts val="800"/>
              </a:spcAft>
              <a:defRPr sz="2000">
                <a:solidFill>
                  <a:srgbClr val="4A4A4A"/>
                </a:solidFill>
                <a:latin typeface="Arial"/>
              </a:defRPr>
            </a:pPr>
            <a:r>
              <a:rPr dirty="0"/>
              <a:t>Target: Korean users — study abroad students, foreign company workers</a:t>
            </a:r>
          </a:p>
          <a:p>
            <a:pPr>
              <a:spcAft>
                <a:spcPts val="800"/>
              </a:spcAft>
              <a:defRPr sz="2000">
                <a:solidFill>
                  <a:srgbClr val="4A4A4A"/>
                </a:solidFill>
                <a:latin typeface="Arial"/>
              </a:defRPr>
            </a:pPr>
            <a:r>
              <a:rPr dirty="0"/>
              <a:t>Status: Live in production</a:t>
            </a:r>
          </a:p>
        </p:txBody>
      </p:sp>
      <p:pic>
        <p:nvPicPr>
          <p:cNvPr id="6" name="Picture 5" descr="draft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206" y="1828800"/>
            <a:ext cx="4572000" cy="2849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02  How Draft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381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E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Pick a 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9A9A"/>
                </a:solidFill>
                <a:latin typeface="Arial"/>
              </a:defRPr>
            </a:pPr>
            <a:r>
              <a:t>Daily prompts or free 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E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Write Freely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9A9A"/>
                </a:solidFill>
                <a:latin typeface="Arial"/>
              </a:defRPr>
            </a:pPr>
            <a:r>
              <a:t>No hints, no corrections — just 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E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Guided Rewrite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9A9A"/>
                </a:solidFill>
                <a:latin typeface="Arial"/>
              </a:defRPr>
            </a:pPr>
            <a:r>
              <a:t>Fix grammar &amp; structure errors yourself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BE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Native Polish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9A9A"/>
                </a:solidFill>
                <a:latin typeface="Arial"/>
              </a:defRPr>
            </a:pPr>
            <a:r>
              <a:t>Rewrite toward natural, native phrasing</a:t>
            </a:r>
          </a:p>
        </p:txBody>
      </p:sp>
      <p:pic>
        <p:nvPicPr>
          <p:cNvPr id="16" name="Picture 15" descr="draft-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572000" cy="2849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rPr dirty="0"/>
              <a:t>02  Draft — Traction in </a:t>
            </a:r>
            <a:r>
              <a:rPr lang="en-US" altLang="ko-KR" dirty="0"/>
              <a:t>3</a:t>
            </a:r>
            <a:r>
              <a:rPr dirty="0"/>
              <a:t>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381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9A9A"/>
                </a:solidFill>
                <a:latin typeface="Arial"/>
              </a:defRPr>
            </a:pPr>
            <a:r>
              <a:rPr dirty="0"/>
              <a:t>Soft launch: Feb </a:t>
            </a:r>
            <a:r>
              <a:rPr lang="en-US" altLang="ko-KR" dirty="0"/>
              <a:t>24</a:t>
            </a:r>
            <a:r>
              <a:rPr dirty="0"/>
              <a:t>-27, 2026  |  </a:t>
            </a:r>
            <a:r>
              <a:rPr lang="ko-KR" altLang="en-US" dirty="0"/>
              <a:t>₩</a:t>
            </a:r>
            <a:r>
              <a:rPr lang="en-US" altLang="ko-KR" dirty="0"/>
              <a:t>10,000</a:t>
            </a:r>
            <a:r>
              <a:rPr dirty="0"/>
              <a:t> marketing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5BE3"/>
                </a:solidFill>
                <a:latin typeface="Arial"/>
              </a:defRPr>
            </a:pPr>
            <a:r>
              <a:t>3,218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Page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5BE3"/>
                </a:solidFill>
                <a:latin typeface="Arial"/>
              </a:defRPr>
            </a:pPr>
            <a: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Signups (Kakao OAuth)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5BE3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Writing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5BE3"/>
                </a:solidFill>
                <a:latin typeface="Arial"/>
              </a:defRPr>
            </a:pPr>
            <a:r>
              <a:t>191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AI corrections generated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8E4E"/>
                </a:solidFill>
                <a:latin typeface="Arial"/>
              </a:defRPr>
            </a:pPr>
            <a:r>
              <a:t>88.6%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Session completion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474720"/>
            <a:ext cx="228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8E4E"/>
                </a:solidFill>
                <a:latin typeface="Arial"/>
              </a:defRPr>
            </a:pPr>
            <a:r>
              <a:rPr dirty="0"/>
              <a:t>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77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Checkout → Paid 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5BE3"/>
                </a:solidFill>
                <a:latin typeface="Arial"/>
              </a:defRPr>
            </a:pPr>
            <a:r>
              <a:t>185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977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Peak unique visitors/day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8E4E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977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Customer acquisition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105156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rPr lang="en-US" dirty="0"/>
              <a:t>2</a:t>
            </a:r>
            <a:r>
              <a:rPr dirty="0"/>
              <a:t> paying subscribers (all churned) — validated willingness to pay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rPr dirty="0"/>
              <a:t>Post-draft-submit retention: 80-100% — AI correction is the magic moment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02  Draft — Funnel &amp; Key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381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/>
              </a:defRPr>
            </a:pPr>
            <a:r>
              <a:t>Conversion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Arial"/>
              </a:defRPr>
            </a:pPr>
            <a:r>
              <a:t>Page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Arial"/>
              </a:defRPr>
            </a:pPr>
            <a:r>
              <a:t>3,218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Arial"/>
              </a:defRPr>
            </a:pPr>
            <a:r>
              <a:t>CTA clicks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957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Arial"/>
              </a:defRPr>
            </a:pPr>
            <a:r>
              <a:t>118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3957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3.7%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Arial"/>
              </a:defRPr>
            </a:pPr>
            <a:r>
              <a:t>Signups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797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Arial"/>
              </a:defRPr>
            </a:pPr>
            <a:r>
              <a:t>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7797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1.9%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63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Arial"/>
              </a:defRPr>
            </a:pPr>
            <a:r>
              <a:t>Selected 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638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13A3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163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23.4%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47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Arial"/>
              </a:defRPr>
            </a:pPr>
            <a:r>
              <a:t>Submitted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547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13A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547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7.8%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Arial"/>
              </a:defRPr>
            </a:pPr>
            <a:r>
              <a:t>Completed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31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8E4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6.3%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15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Arial"/>
              </a:defRPr>
            </a:pPr>
            <a:r>
              <a:t>Subscribed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315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8E4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315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  <a:latin typeface="Arial"/>
              </a:defRPr>
            </a:pPr>
            <a:r>
              <a:t>6.6% of signups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D8E4E"/>
                </a:solidFill>
                <a:latin typeface="Arial"/>
              </a:defRPr>
            </a:pPr>
            <a:r>
              <a:t>What Worked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011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A4A4A"/>
                </a:solidFill>
                <a:latin typeface="Arial"/>
              </a:defRPr>
            </a:pPr>
            <a:r>
              <a:t>88.6% session completion — product flow works</a:t>
            </a:r>
          </a:p>
          <a:p>
            <a:pPr>
              <a:spcAft>
                <a:spcPts val="600"/>
              </a:spcAft>
              <a:defRPr sz="1400">
                <a:solidFill>
                  <a:srgbClr val="4A4A4A"/>
                </a:solidFill>
                <a:latin typeface="Arial"/>
              </a:defRPr>
            </a:pPr>
            <a:r>
              <a:t>50% checkout conversion — willingness to pay</a:t>
            </a:r>
          </a:p>
          <a:p>
            <a:pPr>
              <a:spcAft>
                <a:spcPts val="600"/>
              </a:spcAft>
              <a:defRPr sz="1400">
                <a:solidFill>
                  <a:srgbClr val="4A4A4A"/>
                </a:solidFill>
                <a:latin typeface="Arial"/>
              </a:defRPr>
            </a:pPr>
            <a:r>
              <a:t>80-100% post-draft retention — AI corrections keep users</a:t>
            </a:r>
          </a:p>
          <a:p>
            <a:pPr>
              <a:spcAft>
                <a:spcPts val="600"/>
              </a:spcAft>
              <a:defRPr sz="1400">
                <a:solidFill>
                  <a:srgbClr val="4A4A4A"/>
                </a:solidFill>
                <a:latin typeface="Arial"/>
              </a:defRPr>
            </a:pPr>
            <a:r>
              <a:t>#1 error: articles (21%) — clear problem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13A3A"/>
                </a:solidFill>
                <a:latin typeface="Arial"/>
              </a:defRPr>
            </a:pPr>
            <a:r>
              <a:t>What Didn't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97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A4A4A"/>
                </a:solidFill>
                <a:latin typeface="Arial"/>
              </a:defRPr>
            </a:pPr>
            <a:r>
              <a:t>76.6% drop at topic selection — choice paralysis</a:t>
            </a:r>
          </a:p>
          <a:p>
            <a:pPr>
              <a:spcAft>
                <a:spcPts val="600"/>
              </a:spcAft>
              <a:defRPr sz="1400">
                <a:solidFill>
                  <a:srgbClr val="4A4A4A"/>
                </a:solidFill>
                <a:latin typeface="Arial"/>
              </a:defRPr>
            </a:pPr>
            <a:r>
              <a:t>66.7% drop at draft submit — blank page problem</a:t>
            </a:r>
          </a:p>
          <a:p>
            <a:pPr>
              <a:spcAft>
                <a:spcPts val="600"/>
              </a:spcAft>
              <a:defRPr sz="1400">
                <a:solidFill>
                  <a:srgbClr val="4A4A4A"/>
                </a:solidFill>
                <a:latin typeface="Arial"/>
              </a:defRPr>
            </a:pPr>
            <a:r>
              <a:t>1.8% week-1 retention — no habit loop yet</a:t>
            </a:r>
          </a:p>
          <a:p>
            <a:pPr>
              <a:spcAft>
                <a:spcPts val="600"/>
              </a:spcAft>
              <a:defRPr sz="1400">
                <a:solidFill>
                  <a:srgbClr val="4A4A4A"/>
                </a:solidFill>
                <a:latin typeface="Arial"/>
              </a:defRPr>
            </a:pPr>
            <a:r>
              <a:t>All 4 paying users churned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Arial"/>
              </a:defRPr>
            </a:pPr>
            <a:r>
              <a:t>Lesson: The product works once users engage. The challenge is activation and retention.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03  YouTube / Instagram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381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46006C-E3B9-7B33-6839-9C5742E60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85" y="1510937"/>
            <a:ext cx="7840435" cy="20765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434317-BE5A-EF90-2390-6F3F5174F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23" y="3761097"/>
            <a:ext cx="5086791" cy="30969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953ED2-41AB-7DE4-A425-6DFF437448EF}"/>
              </a:ext>
            </a:extLst>
          </p:cNvPr>
          <p:cNvSpPr txBox="1"/>
          <p:nvPr/>
        </p:nvSpPr>
        <p:spPr>
          <a:xfrm>
            <a:off x="7859485" y="2387129"/>
            <a:ext cx="3644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https://youtube.com/channel/UCTGZoUSDBqog8NcYzmY92cA?si=PclMImwPzfO3j5BH</a:t>
            </a:r>
            <a:endParaRPr lang="en-US" dirty="0"/>
          </a:p>
          <a:p>
            <a:endParaRPr lang="en-K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04  Elbaph Bot — Loki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381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A9A9A"/>
                </a:solidFill>
                <a:latin typeface="Arial"/>
              </a:defRPr>
            </a:pPr>
            <a:r>
              <a:t>AI-powered Slack bot for the Elbaph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Daily News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5 topics: AI, Robotics, BCI, Medtech, Korea Startups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5 parallel agents fetch curated sources + web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#news → source thread → #lounge cross-post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Archived daily as markdown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Tag @Loki for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Gemini Flash — fast answers via Google Search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Manus API — deep research across 10+ sources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Smart routing by question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BE3"/>
                </a:solidFill>
                <a:latin typeface="Arial"/>
              </a:defRPr>
            </a:pPr>
            <a:r>
              <a:t>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  <a:latin typeface="Arial"/>
              </a:defRPr>
            </a:pPr>
            <a:r>
              <a:t>Next.js on Vercel (serverless)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246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BE3"/>
                </a:solidFill>
                <a:latin typeface="Arial"/>
              </a:defRPr>
            </a:pPr>
            <a:r>
              <a:t>Slack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  <a:latin typeface="Arial"/>
              </a:defRPr>
            </a:pPr>
            <a:r>
              <a:t>Events API + signature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657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BE3"/>
                </a:solidFill>
                <a:latin typeface="Arial"/>
              </a:defRPr>
            </a:pPr>
            <a:r>
              <a:t>AI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  <a:latin typeface="Arial"/>
              </a:defRPr>
            </a:pPr>
            <a:r>
              <a:t>Gemini 3 Flash Preview (free)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069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BE3"/>
                </a:solidFill>
                <a:latin typeface="Arial"/>
              </a:defRPr>
            </a:pPr>
            <a:r>
              <a:t>Deep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  <a:latin typeface="Arial"/>
              </a:defRPr>
            </a:pPr>
            <a:r>
              <a:t>Manus API (Pro subscription)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480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BE3"/>
                </a:solidFill>
                <a:latin typeface="Arial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  <a:latin typeface="Arial"/>
              </a:defRPr>
            </a:pPr>
            <a:r>
              <a:t>Upstash Redis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BE3"/>
                </a:solidFill>
                <a:latin typeface="Arial"/>
              </a:defRPr>
            </a:pPr>
            <a:r>
              <a:t>Async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892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  <a:latin typeface="Arial"/>
              </a:defRPr>
            </a:pPr>
            <a:r>
              <a:t>Manus webhook callback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04  Loki — Learnings &amp; Gotchas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381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E3"/>
                </a:solidFill>
                <a:latin typeface="Arial"/>
              </a:defRPr>
            </a:pPr>
            <a:r>
              <a:t>Vercel Serverless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after() does NOT run on Vercel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No shared memory between invocations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Lazy-init API clients for build compatibility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E3"/>
                </a:solidFill>
                <a:latin typeface="Arial"/>
              </a:defRPr>
            </a:pPr>
            <a:r>
              <a:t>Slack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*bold* not **bold** — custom converter needed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Trailing whitespace in tokens breaks auth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&gt;95% failure in 60 min disables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E3"/>
                </a:solidFill>
                <a:latin typeface="Arial"/>
              </a:defRPr>
            </a:pPr>
            <a:r>
              <a:t>Manus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031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Results in attachment files, not output_text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Auth: API_KEY header (not Bearer)</a:t>
            </a:r>
          </a:p>
          <a:p>
            <a:pPr>
              <a:spcAft>
                <a:spcPts val="600"/>
              </a:spcAft>
              <a:defRPr sz="1500">
                <a:solidFill>
                  <a:srgbClr val="4A4A4A"/>
                </a:solidFill>
                <a:latin typeface="Arial"/>
              </a:defRPr>
            </a:pPr>
            <a:r>
              <a:t>GET /tasks/{id} omits original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/>
              </a:defRPr>
            </a:pPr>
            <a: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4A4A"/>
                </a:solidFill>
                <a:latin typeface="Arial"/>
              </a:defRPr>
            </a:pPr>
            <a:r>
              <a:t>Serverless + multiple external APIs = edge cases everywhere. Redis is essential for state. Every API has its own quirks.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rPr lang="en-US" dirty="0"/>
              <a:t>Codex, </a:t>
            </a:r>
            <a:r>
              <a:rPr lang="en-US" dirty="0" err="1"/>
              <a:t>ClaudeCode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3810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Tx/>
              <a:buChar char="-"/>
              <a:defRPr sz="2200">
                <a:solidFill>
                  <a:srgbClr val="4A4A4A"/>
                </a:solidFill>
                <a:latin typeface="Arial"/>
              </a:defRPr>
            </a:pPr>
            <a:r>
              <a:rPr lang="en-US" dirty="0"/>
              <a:t>Codex</a:t>
            </a:r>
          </a:p>
          <a:p>
            <a:pPr marL="800100" lvl="1" indent="-342900">
              <a:spcAft>
                <a:spcPts val="800"/>
              </a:spcAft>
              <a:buFontTx/>
              <a:buChar char="-"/>
              <a:defRPr sz="2200">
                <a:solidFill>
                  <a:srgbClr val="4A4A4A"/>
                </a:solidFill>
                <a:latin typeface="Arial"/>
              </a:defRPr>
            </a:pPr>
            <a:r>
              <a:rPr lang="en-US" dirty="0"/>
              <a:t>Codex cli</a:t>
            </a:r>
          </a:p>
          <a:p>
            <a:pPr marL="800100" lvl="1" indent="-342900">
              <a:spcAft>
                <a:spcPts val="800"/>
              </a:spcAft>
              <a:buFontTx/>
              <a:buChar char="-"/>
              <a:defRPr sz="2200">
                <a:solidFill>
                  <a:srgbClr val="4A4A4A"/>
                </a:solidFill>
                <a:latin typeface="Arial"/>
              </a:defRPr>
            </a:pPr>
            <a:r>
              <a:rPr lang="en-US" dirty="0"/>
              <a:t>Codex app(</a:t>
            </a:r>
            <a:r>
              <a:rPr lang="ko-KR" altLang="en-US" dirty="0"/>
              <a:t>현재 </a:t>
            </a:r>
            <a:r>
              <a:rPr lang="en-US" altLang="ko-KR" dirty="0"/>
              <a:t>2</a:t>
            </a:r>
            <a:r>
              <a:rPr lang="ko-KR" altLang="en-US" dirty="0"/>
              <a:t>배 이벤트 중</a:t>
            </a:r>
            <a:r>
              <a:rPr lang="en-US" altLang="ko-KR" dirty="0"/>
              <a:t>)</a:t>
            </a:r>
            <a:endParaRPr lang="en-US" dirty="0"/>
          </a:p>
          <a:p>
            <a:pPr marL="342900" indent="-342900">
              <a:spcAft>
                <a:spcPts val="800"/>
              </a:spcAft>
              <a:buFontTx/>
              <a:buChar char="-"/>
              <a:defRPr sz="2200">
                <a:solidFill>
                  <a:srgbClr val="4A4A4A"/>
                </a:solidFill>
                <a:latin typeface="Arial"/>
              </a:defRPr>
            </a:pPr>
            <a:r>
              <a:rPr lang="en-US" dirty="0" err="1"/>
              <a:t>ClaudeCode</a:t>
            </a:r>
            <a:endParaRPr lang="en-US" dirty="0"/>
          </a:p>
          <a:p>
            <a:pPr lvl="1">
              <a:spcAft>
                <a:spcPts val="800"/>
              </a:spcAft>
              <a:defRPr sz="2200">
                <a:solidFill>
                  <a:srgbClr val="4A4A4A"/>
                </a:solidFill>
                <a:latin typeface="Arial"/>
              </a:defRPr>
            </a:pPr>
            <a:r>
              <a:rPr lang="en-US" altLang="ko-KR" dirty="0"/>
              <a:t>-   skills, plugins, </a:t>
            </a:r>
            <a:r>
              <a:rPr lang="en-US" altLang="ko-KR" dirty="0" err="1"/>
              <a:t>mcp</a:t>
            </a:r>
            <a:r>
              <a:rPr lang="en-US" altLang="ko-KR" dirty="0"/>
              <a:t>…..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  <a:latin typeface="Arial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A9A9A"/>
                </a:solidFill>
                <a:latin typeface="Arial"/>
              </a:defRPr>
            </a:pPr>
            <a:r>
              <a:t>Let's talk.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797</Words>
  <Application>Microsoft Macintosh PowerPoint</Application>
  <PresentationFormat>Widescreen</PresentationFormat>
  <Paragraphs>168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chulwoo ahn</cp:lastModifiedBy>
  <cp:revision>5</cp:revision>
  <dcterms:created xsi:type="dcterms:W3CDTF">2013-01-27T09:14:16Z</dcterms:created>
  <dcterms:modified xsi:type="dcterms:W3CDTF">2026-02-28T00:38:24Z</dcterms:modified>
  <cp:category/>
</cp:coreProperties>
</file>